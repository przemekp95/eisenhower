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extraction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Approved local source. Preserve slide provenance and fail closed.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